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Nők az informatika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történetében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Úttörő nők, akik megváltoztatták a számítástechnikát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 szintű programozás · 2025/2026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Ada Lovelace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389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509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SZÜLETETT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1815, London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389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9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FOGLALKOZÁSA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Matematikus, írónő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389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883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LEGFŐBB ÉRDEME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számítógépes algoritmus megalkotása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389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570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KAPCSOLATA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776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Babbage Analitikus Gépéhez készített leírásokat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914400"/>
            <a:ext cx="3474720" cy="347472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914400"/>
            <a:ext cx="54864" cy="347472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051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"Az Analitikus Gép szövöget, ahogyan a jacquard-szövőgép virágokat és leveleket sző."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 Lovelace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27889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Lovelace felismerte, hogy Babbage gépe nem csupán számokat kezelhet, hanem bármilyen szimbolikus műveletet elvégezhet — ez az általános célú számítógép első elvi leírása volt. Az Ada programozási nyelvet róla nevezték el (1980).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1815 – 1852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Grace Hopper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nyelv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emberek egyike, aki emberi olvasható programozási nyelvet fejlesztett ki — a COBOL ma is aktívan használt.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54864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97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fordítóprogram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6916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1952-ben megalkotta az A-0 compilert, ezzel forradalmasítva a szoftverfejlesztést.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54864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097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"Bug" fogalma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16916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 terjesztette el a 'bug' kifejezést, miután egy valódi lepkét találtak a Mark II számítógépben.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leghasznosabb mondat az angol nyelvben: »Ez mindig is így volt.«"  — Grace Hopper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 – 1992  ·  Tengerészeti ellentengernagy, Yale PhD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 NASA két hőse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54864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Katherine Johnson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 – 2020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Matematikus, aki kézzel számolta ki a Mercury és Apollo misszók pályaíveit. John Glenn megtagadta a felszállást, amíg Johnson nem ellenőrizte az elektronikus számítógép eredményét.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2015-ben az USA legmagasabb polgári kitüntetésével, a Presidential Medal of Freedom díjjal tüntették ki.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3931920" cy="54864"/>
          </a:xfrm>
          <a:prstGeom prst="rect">
            <a:avLst/>
          </a:prstGeom>
          <a:solidFill>
            <a:srgbClr val="2B9E6E"/>
          </a:solidFill>
          <a:ln w="12700">
            <a:solidFill>
              <a:srgbClr val="2B9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Hamilton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 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Apollo 11 fedélzeti szoftverének vezető fejlesztője. Ő alkotta meg a "software engineering" (szoftvermérnökség) fogalmát.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leszállás előtt kritikus 1202-es hibajelzés keletkezett — Hamilton kódja automatikusan kezelte, és az Eagle sikeresen landolt a Holdon.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011680" cy="1828800"/>
          </a:xfrm>
          <a:prstGeom prst="rect">
            <a:avLst/>
          </a:prstGeom>
          <a:solidFill>
            <a:srgbClr val="233A5E"/>
          </a:solidFill>
          <a:ln w="12700">
            <a:solidFill>
              <a:srgbClr val="23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4572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Lovelace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algoritmus (1843)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1828800"/>
          </a:xfrm>
          <a:prstGeom prst="rect">
            <a:avLst/>
          </a:prstGeom>
          <a:solidFill>
            <a:srgbClr val="233A5E"/>
          </a:solidFill>
          <a:ln w="12700">
            <a:solidFill>
              <a:srgbClr val="23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97280"/>
            <a:ext cx="2011680" cy="4572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Hopper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&amp; compiler (1952)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1828800"/>
          </a:xfrm>
          <a:prstGeom prst="rect">
            <a:avLst/>
          </a:prstGeom>
          <a:solidFill>
            <a:srgbClr val="233A5E"/>
          </a:solidFill>
          <a:ln w="12700">
            <a:solidFill>
              <a:srgbClr val="233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2011680" cy="4572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Katherine Johnson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pályaszámítás (1961–)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2011680" cy="1828800"/>
          </a:xfrm>
          <a:prstGeom prst="rect">
            <a:avLst/>
          </a:prstGeom>
          <a:solidFill>
            <a:srgbClr val="233A5E"/>
          </a:solidFill>
          <a:ln w="12700">
            <a:solidFill>
              <a:srgbClr val="23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097280"/>
            <a:ext cx="2011680" cy="45720"/>
          </a:xfrm>
          <a:prstGeom prst="rect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07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Hamilton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szoftver (1969)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További úttörők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09728" cy="109728"/>
          </a:xfrm>
          <a:prstGeom prst="ellipse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210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Hedy Lamarr – frekvenciaugrásos technológia (WiFi/Bluetooth elődje)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109728" cy="109728"/>
          </a:xfrm>
          <a:prstGeom prst="ellipse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13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 Perlman – Spanning Tree Protocol, "az internet anyja"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42816"/>
            <a:ext cx="109728" cy="109728"/>
          </a:xfrm>
          <a:prstGeom prst="ellipse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06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 Allen – IBM, fordítóoptimalizálás, első női Turing-díjas (2006)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35424"/>
            <a:ext cx="109728" cy="109728"/>
          </a:xfrm>
          <a:prstGeom prst="ellipse">
            <a:avLst/>
          </a:prstGeom>
          <a:solidFill>
            <a:srgbClr val="2E7DCC"/>
          </a:solidFill>
          <a:ln w="12700">
            <a:solidFill>
              <a:srgbClr val="2E7D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988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Adele Goldberg – Smalltalk, objektumorientált programozás (Xerox PARC)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Nők az informatika történetében</dc:title>
  <dc:subject>PptxGenJS Presentation</dc:subject>
  <dc:creator>PptxGenJS</dc:creator>
  <cp:lastModifiedBy>PptxGenJS</cp:lastModifiedBy>
  <cp:revision>1</cp:revision>
  <dcterms:created xsi:type="dcterms:W3CDTF">2026-04-20T20:03:19Z</dcterms:created>
  <dcterms:modified xsi:type="dcterms:W3CDTF">2026-04-20T20:03:19Z</dcterms:modified>
</cp:coreProperties>
</file>